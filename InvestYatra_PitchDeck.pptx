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SANGYAN HACKATHON 2026 • SEBI &amp; NSDL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InvestYatra</a:t>
            </a:r>
          </a:p>
          <a:p>
            <a:pPr>
              <a:spcBef>
                <a:spcPts val="800"/>
              </a:spcBef>
              <a:defRPr sz="2400" b="1">
                <a:solidFill>
                  <a:srgbClr val="10B981"/>
                </a:solidFill>
              </a:defRPr>
            </a:pPr>
            <a:r>
              <a:t>Delivering Financial Literacy &amp; Scam Resilience for Bharat at Scale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Problem Statement: SIH-FIN-Scale | Interactive Simulation &amp; Zero-Risk Scam Defense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79392"/>
            <a:ext cx="29260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Track &amp; Domain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Track C: Investor Education for Bharat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Problem ID: SIH-FIN-Scale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Target: Tier-2/3 First-Time Earners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100% Free Public Good Initiative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279392"/>
            <a:ext cx="29260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Key Innovations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Zero-Risk Multi-Year Life Sandbox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Forensic Scam Detective Lab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Everyday Analogies Jargon Buster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Direct SEBI &amp; NSDL Rights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279392"/>
            <a:ext cx="301752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Project Deliverables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Live Web App: React 19 + TypeScript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Full Video Demo with Narration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100% Non-Commercial Guardrails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GitHub: github.com/darshan-s-44/sangyan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SANGYAN HACKATHON 2026 • TRACK C: INVESTOR EDUCATION FOR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The Vulnerability of First-Time Retail Investors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1. Surge in Retail Accounts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Over 16 Crore demat accounts registered across Indian depositories.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Over 75% of new entrants originate from Tier-2, Tier-3 cities, and rural Bharat.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First-time earners often transition directly from cash to digital UPI with zero formal financial training.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High susceptibility to aggressive online FOMO and social media hype.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3F5E"/>
                </a:solidFill>
              </a:defRPr>
            </a:pPr>
            <a:r>
              <a:t>2. Epidemic of Financial Scams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Telegram Option Tips traps promising 500% intraday 'Hero-Zero' returns.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Digital Arrest &amp; Police extortion schemes targeting life savings.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Part-Time YouTube/Review task scams luring victims with ₹150 bait payouts.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Over ₹1,750+ Crores lost by everyday citizens to cyber financial syndicates annually.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30175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3. Failure of Traditional Education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Existing awareness materials rely on dense 50-page PDFs and legal circulars.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Financial jargon (CAGR, beta, liquidity, expense ratio) alienates everyday earners.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Passive calculators fail to build instinctual behavioral resilience.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Citizens lack practical knowledge of statutory rights (SEBI SCORES 2.0 &amp; 1930).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SANGYAN HACKATHON 2026 • TRACK C: INVESTOR EDUCATION FOR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Solution: InvestYatra — Zero-Risk Behavioral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Simulated Multi-Year Life Sandbox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Step into the shoes of 3 relatable Bharat personas (logistics earner, entrepreneur, clerk).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Allocate monthly surplus across emergency buffers, broad index SIPs, and fixed deposits.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Witness firsthand how inflation erodes idle cash vs how index compounding beats inflation.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2763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3F5E"/>
                </a:solidFill>
              </a:defRPr>
            </a:pPr>
            <a:r>
              <a:t>Scam Detective Lab (Forensic Defense)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Interactive investigation of authentic fraud copies (Telegram, Digital Arrest, Task Scams).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Clickable red-flag inspection: bait payouts, personal UPI IDs, unverified registrations.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Teaches users how to verify SEBI credentials and call 1930 within the golden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475488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Financial Jargon Buster (Everyday Analogies)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Translates intimidating terms into intuitive Bharat metaphors.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Compounding = The Banyan Tree | Inflation = The Cash Termite.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Emergency Fund = The Rainy Day Umbrella | SEBI &amp; NSDL = The Umpire &amp; Electronic Locker.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Audio narration for enhanced accessibility.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9651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Investor Resilience Quotient (IRQ) Scorecard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Real-time diagnostic scoring across 4 core resilience dimensions.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Evaluates scam vigilance, emergency runway, compounding discipline, and asset balance.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Generates a downloadable Investor Resilience Certificate with celebratory milestones.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SANGYAN HACKATHON 2026 • TRACK C: INVESTOR EDUCATION FOR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Novelty &amp; Competitive Differentiation: What Makes Us Unique?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94A3B8"/>
                </a:solidFill>
              </a:defRPr>
            </a:pPr>
            <a:r>
              <a:t>Existing Platforms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Zerodha Varsity / Groww Academy: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High text volume, academic focus.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Assumes prior digital literacy.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Teaches trading concepts rather than basic scam defense.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RBI Kehta Hai / Media PSAs: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Static billboards and 30s broadcast ads.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Zero interactive behavioral testing.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Passive messaging easily forgotten.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InvestYatra's Unique Novelty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Interactive Forensic Dissection: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Gamified clue-hunting directly on authentic scam UI mocks.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Active Scenario Simulation: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Experiencing sudden life curveballs (medical shocks, inflation spikes) in a zero-risk sandbox.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Bharat-First Analogies: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Replaces finance jargon with visual, culturally resonant metaphors.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30175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Institutional Alignment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Statutory Ecosystem Integration: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Embedded direct portals to SEBI SCORES 2.0 (mandatory 21-day resolution).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NSDL Consolidated Account Statement (CAS) education to audit broker folios.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National Cybercrime Helpline 1930 action protocols.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Inclusive Language Support: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Universal English + Tamil (தமிழ்) with zero Hindi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SANGYAN HACKATHON 2026 • TRACK C: INVESTOR EDUCATION FOR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Relatable Personas: Designing for Diverse Bharat Realities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Ramesh Kumar (22 yrs)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Profile: Logistics Executive, Tier-3 Town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Monthly Income: ₹20,000 | Savings: ₹15,000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Key Vulnerabilities: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Peers discussing Telegram 'Jackpot Option Tips' promising 500% overnight profits.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Urge to take fast shortcuts to support family.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Learning Outcome: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Discovers how options gambling destroys capital.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Understands inflation-adjusted purchasing power and starts a broad index SIP.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Sunita Devi (38 yrs)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Profile: Tailoring Entrepreneur, Tier-2 City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Monthly Income: ₹32,000 | Savings: ₹65,000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Key Vulnerabilities: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Holds idle cash and unregistered local chit funds.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Fears stock market as pure gambling.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Learning Outcome: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Discovers how inflation quietly eats cash purchasing power (the 'Cash Termite').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Builds a 6-month Emergency Buffer before investing surplus in regulated instruments.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30175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Ramakant Sharma (58 yrs)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Profile: Senior Clerk, Approaching Retirement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Monthly Income: ₹48,000 | Savings: ₹2,50,000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Key Vulnerabilities: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Impersonation calls threatening 'Digital Arrest' and bank account freezes.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Scattered investments with missing nominee names.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Learning Outcome: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Identifies authority extortion scams and helpline 1930 protocol.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Audits portfolio using NSDL CAS statements to verify nominee registrations.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SANGYAN HACKATHON 2026 • TRACK C: INVESTOR EDUCATION FOR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Interactive Scam Detective Lab: Forensic Red-Flag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3F5E"/>
                </a:solidFill>
              </a:defRPr>
            </a:pPr>
            <a:r>
              <a:t>Case 1: VIP Option Tips Trap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Authentic Scam Message: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'EXCLUSIVE DHAMAKA: 450% BankNifty call! Invest ₹10,000 -&gt; Get ₹75,000 guaranteed!'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Red Flags Exposed: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1. Guaranteed market return claims (strictly illegal under SEBI regulations).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2. Payment to personal individual UPI ID.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3. Bogus/fake SEBI registration number.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4. Artificial FOMO ('Only 3 slots left!').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Legal Right: Verification on sebi.gov.in.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Case 2: Digital Arrest Extortion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Authentic Scam Message: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'Police Notice: Your Aadhaar linked to illegal narcotics laundering. Transfer to RBI clearance account.'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Red Flags Exposed: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1. Threat of immediate arrest via Skype/WhatsApp call (no law enforcement operates via video calls).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2. Demanding money transfer to 'verification accounts'.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3. High psychological panic induction.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Citizen Defense: Immediate dial 1930.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30175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Case 3: Part-Time Task Scam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Authentic Scam Message: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'Work 15 mins daily: Like 3 YouTube videos -&gt; Get ₹150 instantly. Pay ₹2,000 prepaid deposit for VIP orders.'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Red Flags Exposed: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1. Upfront bait payout (₹150) engineered to gain blind psychological trust.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2. 'Prepaid task' requirement (legitimate jobs never charge employees money).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3. Mule accounts funneling funds abroad.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Citizen Defense: Report to cybercrime.gov.in.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SANGYAN HACKATHON 2026 • TRACK C: INVESTOR EDUCATION FOR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Technical Architecture: Ultra-Lightweight &amp; Bharat-Ready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Modern High-Performance Stack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Frontend Framework: React 19 + TypeScript + Vite.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Styling: Tailwind CSS with dark glassmorphism designed for visual comfort and high contrast.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Icons &amp; Visuals: Lucide React + Canvas Confetti celebratory engine.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Audio Accessibility: Browser-native Web Speech API with regional speech synthesis.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2763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Zero-Backend / 100% Privacy by Design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Zero-Risk Client-Side State: Compounding math, inflation modeling, and scam rules run 100% locally in browser.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Cloud Database Dependencies: Prevents data leaks, eliminates hosting infrastructure overhead.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Personal Data Collection: No logins, no phone numbers, no OTPs, zero tracker cookies.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475488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Low-Bandwidth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Ultra-lightweight bundle: ~106 KB gzipped total production payload.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Instant First Contentful Paint (&lt;0.4s) on 3G and congested Tier-3 cellular networks.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Offline-Capable Architecture: Can be packaged as a Progressive Web App (PWA).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9651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3F5E"/>
                </a:solidFill>
              </a:defRPr>
            </a:pPr>
            <a:r>
              <a:t>Audited Statutory Compliance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Stock Tips: Strict simulation of 4 regulated asset classes (Index SIP, FD, Gold, Cash Buffer).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Price Forecasting: Historical risk-adjusted volatility simulations.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Broker Affiliation: Built purely for public-good financial resilience.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SANGYAN HACKATHON 2026 • TRACK C: INVESTOR EDUCATION FOR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SEBI &amp; NSDL Regulatory Guardrail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1. No Stock Tips or Speculative Pushes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Strictly models broad asset classes: Broad Index SIP, Fixed Deposits / Post Office, Sovereign Gold, Liquid Emergency Cash.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specific company stock tickers, buy/sell/hold calls, or target price projections.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Eliminates gambling mentality by showing that disciplined compounding beats short-term speculation.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2763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2. Complete Privacy &amp; Data Sovereignty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Strict compliance with Sangyan Hackathon guidelines: Zero collection of OTPs, phone numbers, or bank account statements.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100% on-device simulation sandbox: all financial inputs are transient and reset upon refresh.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Users practice financial planning without ever exposing their real financial identities.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475488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3. Direct Grievance Redressal Literacy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SEBI SCORES 2.0 Integration: Educates retail investors on mandatory 21-day complaint resolution and two-tier review mechanism.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Direct link and walkthrough to official `scores.sebi.gov.in` portal.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Intermediary directory verification instructions to detect forged SEBI certificates.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9651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3F5E"/>
                </a:solidFill>
              </a:defRPr>
            </a:pPr>
            <a:r>
              <a:t>4. Depository Auditing &amp; Cyber Defense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NSDL Consolidated Account Statement (CAS): Educates users to verify monthly holdings directly from the depository, bypassing broker apps.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Encourages active nominee registration to prevent unclaimed financial assets.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National Cybercrime Helpline 1930: Guides users to freeze illicit transactions within the 2-hour golden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SANGYAN HACKATHON 2026 • TRACK C: INVESTOR EDUCATION FOR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Impact, Scalability &amp; Roadmap for National Reach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Phase 1: Present Foundation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Completed &amp; Production-Ready: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Interactive 5-year sandbox for 3 personas.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3 Forensic scam investigation modules.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Everyday analogy Jargon Buster.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SEBI &amp; NSDL statutory rights center.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English &amp; Tamil language support.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Full 1080p narrated demo video &amp; subtitles.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Deployed open-source on GitHub.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2926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Phase 2: Scalable Bharat Rollout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Institutional Distribution: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Integration into college financial literacy clubs across AICTE / UGC institutions.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Common Service Centres (CSCs) offline distribution across rural panchayats.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Conversational Verification Bot: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Lightweight WhatsApp/Telegram bot where users paste suspicious investment offers for automated red-flag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30175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Phase 3: Ecosystem Impact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Measurable Investor Resilience: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Pre-and-post simulation IRQ scores provide verifiable learning analytics.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Empowering 100M+ Indians: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Transforming first-time earners from vulnerable scam targets into informed, confident, disciplined investors.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Zero-Cost Public Good: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• 100% serverless, zero hosting maintenance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502920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SANGYAN HACKATHON 2026 •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Building a Resilient Investing Bharat</a:t>
            </a:r>
          </a:p>
          <a:p>
            <a:pPr>
              <a:spcBef>
                <a:spcPts val="600"/>
              </a:spcBef>
              <a:defRPr sz="2200" b="1">
                <a:solidFill>
                  <a:srgbClr val="06B6D4"/>
                </a:solidFill>
              </a:defRPr>
            </a:pPr>
            <a:r>
              <a:t>Safe • Accessible • Zero-Risk • In Spirit with SEBI &amp; NSDL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120640" cy="2834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56432"/>
            <a:ext cx="475488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Project Links &amp; Repositories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GitHub Repository: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https://github.com/darshan-s-44/sangyan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Demo Video: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Included as demo.mp4 with audio narration and synchronized captions.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Local Project Path: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C:\4th_year\hackathon\sangyan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5212080" cy="2834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456432"/>
            <a:ext cx="484632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Key Takeaways for Jury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1. Functional, intuitive, working prototype ready today.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2. Tackles real Bharat fraud schemes with interactive forensic clues.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3. 100% statutory guardrail compliant (zero stock tips, zero sensitive data).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4. Universal English + Tamil regional support (100% zero Hindi).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5. Ultra-lightweight footprint (~106 KB) built for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